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all six tasks from the intern learning path. Start with the overall goal: understanding the bottleneck, not just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review is peer editing before publishing. A PR is the formal channel. The diff is the specific delta being reviewed. Benefits: catches bugs, spreads knowledge. Costs: slowness, rubber-stamping.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Task 2 — the highest-weighted concept. AI generates code at machine speed. Humans review at human speed. That gap creates a backlog. The bottleneck shifted from writing code to reviewing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categories address the bottleneck differently. A replaces the reviewer with AI. B shrinks the diff. C automates the mechanical checks. The insight: they complement, not replace,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empirical part. The bugs are planted so you can score the AI reviewer. What matters is what you observe and conclude — not whether CodeRabbit catches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5 is the most important alongside Task 2. No single right answers. The evaluator values genuine critical thinking about where AI fits and where humans must stay.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your own view — that is what Task 5 asks for. The evaluator values understanding the problem and thinking critically about the trade-offs, more than knowing tool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2926080" cy="2926080"/>
          </a:xfrm>
          <a:prstGeom prst="ellipse">
            <a:avLst/>
          </a:prstGeom>
          <a:solidFill>
            <a:srgbClr val="2980B9">
              <a:alpha val="24000"/>
            </a:srgbClr>
          </a:solidFill>
          <a:ln w="12700">
            <a:solidFill>
              <a:srgbClr val="2980B9">
                <a:alpha val="2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3657600"/>
            <a:ext cx="1828800" cy="1828800"/>
          </a:xfrm>
          <a:prstGeom prst="ellipse">
            <a:avLst/>
          </a:prstGeom>
          <a:solidFill>
            <a:srgbClr val="2980B9">
              <a:alpha val="18000"/>
            </a:srgbClr>
          </a:solidFill>
          <a:ln w="12700">
            <a:solidFill>
              <a:srgbClr val="2980B9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in the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Era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615184"/>
            <a:ext cx="2926080" cy="45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Learning Path  •  Charbel Sebaaly  •  June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code review became the bottleneck once AI started writing the code — and what the world is doing about it.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Code Review?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627632"/>
            <a:ext cx="548640" cy="5486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3042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706624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 reads your code before it merges — catching bugs, security holes, and maintainability issues. Like proofreading, but for logic and correctness.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44752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627632"/>
            <a:ext cx="548640" cy="5486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3042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(PR)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706624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proposal to merge one branch into another. The venue for review: comments, discussion, iteration, then approval and merge.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444752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627632"/>
            <a:ext cx="548640" cy="5486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3042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706624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lines added (green +) or removed (red −). Reviewers read the diff, not the whole file — just the delta of what changed.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catches bugs early, spreads knowledge, enforces standards  |  Costs: takes time, large PRs get rubber-stamped, creates bottlenecks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548640"/>
            <a:ext cx="2560320" cy="2560320"/>
          </a:xfrm>
          <a:prstGeom prst="ellipse">
            <a:avLst/>
          </a:prstGeom>
          <a:solidFill>
            <a:srgbClr val="2980B9">
              <a:alpha val="20000"/>
            </a:srgbClr>
          </a:solidFill>
          <a:ln w="12700">
            <a:solidFill>
              <a:srgbClr val="2980B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Review Became the Bottleneck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27AE60">
              <a:alpha val="15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in 5 minutes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1645920"/>
            <a:ext cx="822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4937760" y="150876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937760" y="25237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per hour — unchanged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67E22">
              <a:alpha val="18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PR queue grows faster than any team can clear it.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— not coding — becomes the slowest step in the entire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Solutions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09928"/>
            <a:ext cx="260604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A  —  AI Reviewer Agents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12264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reviews the PR on your behalf, posting inline comments automatically within minutes of opening.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3192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CodeRabbit  •  Greptile  •  Qodo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CR  •  PR-Agent  •  Kodus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1732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709928"/>
            <a:ext cx="2606040" cy="27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B  —  Workflow Changes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112264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how PRs are structured — smaller diffs that are easier for any reviewer to process.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83280" y="3063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3192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Graphite (stacked PRs)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agents that open PRs themselves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417320"/>
            <a:ext cx="2606040" cy="566928"/>
          </a:xfrm>
          <a:prstGeom prst="roundRect">
            <a:avLst>
              <a:gd name="adj" fmla="val 1612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709928"/>
            <a:ext cx="26060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490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C  —  Deterministic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112264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 on every commit — fast, consistent, zero AI judgment required.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72200" y="3063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319272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 •  SonarQube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 •  Checkstyle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+ B + C are not alternatives — they layer. There is no single best tool, there is a stack.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It With Your Hands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605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27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BuggyCalculator.java — Intentional Issues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929384"/>
            <a:ext cx="4069080" cy="329184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19476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9476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zero check → silent Infinity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76856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31343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" y="229514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processInput()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29514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check → NullPointerException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624328"/>
            <a:ext cx="4069080" cy="329184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660904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" y="264261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processInput()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26426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catch → exception swallowed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971800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00837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" y="29900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isTaxMode()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2990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instead of .equals() on Strings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319272"/>
            <a:ext cx="4069080" cy="329184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335584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55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" y="3337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isTaxMode()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3375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Single-letter var name 'm'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666744"/>
            <a:ext cx="4069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7033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7824" y="36850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fields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36850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numbers x=100, y=0.15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4014216"/>
            <a:ext cx="4069080" cy="329184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405079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77824" y="40325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class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03120" y="403250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unit tests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1417320"/>
            <a:ext cx="38862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56048" y="15270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Steps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92040" y="2002536"/>
            <a:ext cx="274320" cy="2743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30368" y="1947672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GitHub repo, push BuggyCalculator.java on a feature branch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892040" y="2478024"/>
            <a:ext cx="274320" cy="2743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0368" y="242316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coderabbit.ai, connect your repository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892040" y="2953512"/>
            <a:ext cx="274320" cy="2743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30368" y="28986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 from your branch to main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892040" y="3429000"/>
            <a:ext cx="274320" cy="2743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30368" y="3374136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~2 min — CodeRabbit posts its review automatically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892040" y="3904488"/>
            <a:ext cx="274320" cy="2743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30368" y="3849624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what did it catch? miss? flag as noise?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 — Four Hard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45336"/>
            <a:ext cx="310896" cy="3108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5087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when AI reviews AI-written code?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002536"/>
            <a:ext cx="38221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who merges — always. The role becomes less frequent but more consequential as volume grows.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406908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45336"/>
            <a:ext cx="310896" cy="3108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8072" y="15087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bot comments or 5 targeted ones?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2002536"/>
            <a:ext cx="38221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targeted. Noise buries the signal and erodes trust. Reviewers stop reading when everything is flagged equally.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81528"/>
            <a:ext cx="406908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09544"/>
            <a:ext cx="310896" cy="3108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317296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AI review never do autonomously?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666744"/>
            <a:ext cx="38221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auto-approve a merge. Security intent and business logic must always escalate to a human decision.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081528"/>
            <a:ext cx="406908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09544"/>
            <a:ext cx="310896" cy="3108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48072" y="317296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AI move the line between auto and context-dependent?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3666744"/>
            <a:ext cx="382219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in both directions. AI automates more, but also reveals that 'simple' checks required more context than we thought.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548640"/>
            <a:ext cx="2743200" cy="2743200"/>
          </a:xfrm>
          <a:prstGeom prst="ellipse">
            <a:avLst/>
          </a:prstGeom>
          <a:solidFill>
            <a:srgbClr val="2980B9">
              <a:alpha val="22000"/>
            </a:srgbClr>
          </a:solidFill>
          <a:ln w="12700">
            <a:solidFill>
              <a:srgbClr val="2980B9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566160"/>
            <a:ext cx="1645920" cy="1645920"/>
          </a:xfrm>
          <a:prstGeom prst="ellipse">
            <a:avLst/>
          </a:prstGeom>
          <a:solidFill>
            <a:srgbClr val="2980B9">
              <a:alpha val="18000"/>
            </a:srgbClr>
          </a:solidFill>
          <a:ln w="12700">
            <a:solidFill>
              <a:srgbClr val="2980B9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560320" cy="45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316736"/>
            <a:ext cx="7726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real: AI generates code at machine speed; humans review at human speed. The PR queue is the problem.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084832"/>
            <a:ext cx="7726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is a stack, not a single tool: AI reviewers (A) + workflow changes (B) + deterministic rules (C).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852928"/>
            <a:ext cx="7726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stays in the loop at the final merge decision. Less frequent — but far more consequential.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621024"/>
            <a:ext cx="7726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a first-class problem. Fewer, well-prioritized comments outperform comprehensive but unfocused review.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Charbel Sebaaly  • 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 in the Agentic Era</dc:title>
  <dc:subject>PptxGenJS Presentation</dc:subject>
  <dc:creator>Charbel Sebaaly</dc:creator>
  <cp:lastModifiedBy>Charbel Sebaaly</cp:lastModifiedBy>
  <cp:revision>1</cp:revision>
  <dcterms:created xsi:type="dcterms:W3CDTF">2026-06-24T09:36:56Z</dcterms:created>
  <dcterms:modified xsi:type="dcterms:W3CDTF">2026-06-24T09:36:56Z</dcterms:modified>
</cp:coreProperties>
</file>